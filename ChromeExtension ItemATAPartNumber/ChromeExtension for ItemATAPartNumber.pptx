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AFDE90-7970-54AC-E73A-514D14B907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7F52F4-BE55-F490-2B91-DDFD0B130B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en-US" altLang="ja-JP"/>
              <a:t>Click to edit Master subtitle style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ADF368-2D52-DE11-7785-866D1F442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2DD508-BAE4-E5F2-6725-2338AB3B7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503837-85B3-2553-92DF-C5D7EC166E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535045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454F52-3F2F-ACE6-4BED-CF9B3B8762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91A17C-705E-7933-1285-73EE9BD468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F559D8-C49C-8CBE-BF7D-3CBBFC364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73FE4F-B52C-4334-33BD-5B3C1C93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4F669A-AFA5-EB00-C0A0-B4B352644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85855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8CC96E-DABB-31EB-11E3-4F2992CD59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988EF1-7AA9-F397-249B-E9AEA28849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B1387C-6BB9-51A1-9D99-F5F52E75B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B75D8A-6D09-F819-9A96-312DACD4A9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3CA4FF-5CAF-34B6-EDE9-7AA405CA2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78151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4776B-21AD-AC01-804F-F07D43B30D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96796E-59DD-6666-2085-639250F88FB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6B7DA9-FBE7-3F61-3E2E-C4DAF41D2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0DDDC5-BC62-3205-F437-6E85FE4FFA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BA92784-F295-027B-8A7B-617667014F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E5CF0-1159-F551-1A46-1405941D45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384041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119B89-EE99-EC58-B6F6-57FF98169C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D808D5-30E9-2455-8669-DD25E2823C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AD4CDA4-FF28-E197-EFED-0B64B3C6CD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88ADC54-1EC7-1635-6FC3-13FB9DCAAC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A3A009-3956-468B-A536-61C4065E7A0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53D644-F072-785E-23EB-3961AD7B41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3D513EB-38FA-9830-D066-4068B30E1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BB6643-E21A-4336-8CAC-A7BA008A9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07033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BBF6F1-915C-E7E2-9B80-1A6EA5A7E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8DED0B-956C-10D1-7AE5-B32DCCA7D6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DBF2D81-5952-2140-8ED0-CEFF63165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4F7E41E-806A-6693-3DD5-983CB012D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222548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B8BAE39-FBC3-5B3C-425A-7754E48131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C20BAC1-81A2-A5D8-2DD9-E2899CA29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2039A7E-9F33-FE89-F5DA-EF8CD6E18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85880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02DDE7-1FC6-53A8-DC3D-7B66B19EF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0D7E81-4628-ADE0-3330-3CEE2B0395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153A121-9A01-AD85-6BC8-55D998BA219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D7D43C-7B94-FB78-3E66-CE06BCE51E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70150C2-34AB-95E7-6BD4-868D75AF30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12993C-283D-1E11-6BEF-A526634037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962005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624A16-4FDA-BF7E-3DA7-E6D415E92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B8B2322-DFF6-9CE4-05B4-8E3C785D5B9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64EDD77-2BC3-CA9F-DC91-CA09BEE84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en-US" altLang="ja-JP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CFE644-6F60-C86D-253E-F48792D594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56839A0-6D70-B09D-4FBF-064613C20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7B38E9-9B21-476D-81DD-B8495F452B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330651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B530C-5025-DC21-DE17-CF202CD794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866BB0E-5454-0DC0-9595-ADD0397A392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8D435-DD35-9C20-4A11-F177B6CFC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3E1FD1-9142-8FCA-537E-2B7820661E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F2E376-D605-CDFB-CD3D-85EF194A66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605410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3DCB30-4BCE-8D84-51FB-8CFC30442E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89E883-0BFF-E444-14C5-4A1D89915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796C2-5F94-3EC9-51AE-622840331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D1FDD3-338E-41A8-DEA6-CE5358E875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D2F4A1-F7F7-A2D7-7922-9AF296F90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784519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5E720E9-DCF9-51C5-6266-5234F6DC21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en-US" altLang="ja-JP"/>
              <a:t>Click to edit Master title style</a:t>
            </a:r>
            <a:endParaRPr kumimoji="1" lang="ja-JP" alt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D2299BB-926D-21CF-3C18-75617E9216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en-US" altLang="ja-JP"/>
              <a:t>Click to edit Master text styles</a:t>
            </a:r>
          </a:p>
          <a:p>
            <a:pPr lvl="1"/>
            <a:r>
              <a:rPr kumimoji="1" lang="en-US" altLang="ja-JP"/>
              <a:t>Second level</a:t>
            </a:r>
          </a:p>
          <a:p>
            <a:pPr lvl="2"/>
            <a:r>
              <a:rPr kumimoji="1" lang="en-US" altLang="ja-JP"/>
              <a:t>Third level</a:t>
            </a:r>
          </a:p>
          <a:p>
            <a:pPr lvl="3"/>
            <a:r>
              <a:rPr kumimoji="1" lang="en-US" altLang="ja-JP"/>
              <a:t>Fourth level</a:t>
            </a:r>
          </a:p>
          <a:p>
            <a:pPr lvl="4"/>
            <a:r>
              <a:rPr kumimoji="1" lang="en-US" altLang="ja-JP"/>
              <a:t>Fifth level</a:t>
            </a:r>
            <a:endParaRPr kumimoji="1" lang="ja-JP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138DE-30A0-D529-E643-8E1E49A5BA9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0DBB6F-1525-4910-967F-5917BE19B437}" type="datetimeFigureOut">
              <a:rPr kumimoji="1" lang="ja-JP" altLang="en-US" smtClean="0"/>
              <a:t>2026/4/24</a:t>
            </a:fld>
            <a:endParaRPr kumimoji="1" lang="ja-JP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4BDB15-9FAF-6CE2-62DC-AC6F26E5F2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DCC763-8E90-3207-6F2C-47452546B1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37C257-2A7D-4F47-AFB6-46D78143B882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211024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BA9649C-5617-3D0A-F2DB-DFDA5F480BE7}"/>
              </a:ext>
            </a:extLst>
          </p:cNvPr>
          <p:cNvSpPr txBox="1"/>
          <p:nvPr/>
        </p:nvSpPr>
        <p:spPr>
          <a:xfrm>
            <a:off x="612648" y="411480"/>
            <a:ext cx="1068019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Hi Guru,</a:t>
            </a:r>
            <a:endParaRPr lang="ja-JP" altLang="ja-JP" dirty="0"/>
          </a:p>
          <a:p>
            <a:r>
              <a:rPr lang="en-US" altLang="ja-JP" dirty="0"/>
              <a:t> </a:t>
            </a:r>
            <a:endParaRPr lang="ja-JP" altLang="ja-JP" dirty="0"/>
          </a:p>
          <a:p>
            <a:r>
              <a:rPr lang="en-US" altLang="ja-JP" dirty="0"/>
              <a:t>I would like to add a new feature to this Chrome extension.</a:t>
            </a:r>
            <a:endParaRPr lang="ja-JP" altLang="ja-JP" dirty="0"/>
          </a:p>
          <a:p>
            <a:r>
              <a:rPr lang="en-US" altLang="ja-JP" dirty="0"/>
              <a:t>When a DMC code is selected, in addition to displaying the MR/Route for the DMC, I would also like to display the resources required to perform the work.</a:t>
            </a:r>
            <a:endParaRPr lang="ja-JP" altLang="ja-JP" dirty="0"/>
          </a:p>
          <a:p>
            <a:r>
              <a:rPr lang="en-US" altLang="ja-JP" dirty="0"/>
              <a:t>The resources can be obtained using the following procedure:</a:t>
            </a:r>
            <a:endParaRPr lang="ja-JP" altLang="ja-JP" dirty="0"/>
          </a:p>
          <a:p>
            <a:r>
              <a:rPr lang="en-US" altLang="ja-JP" dirty="0"/>
              <a:t> </a:t>
            </a:r>
            <a:endParaRPr lang="ja-JP" altLang="ja-JP" dirty="0"/>
          </a:p>
          <a:p>
            <a:pPr lvl="0"/>
            <a:r>
              <a:rPr lang="en-US" altLang="ja-JP" dirty="0"/>
              <a:t>1. In the “★ASY&amp;DAS” sheet of the attached file, search the DMC in column H.</a:t>
            </a:r>
            <a:br>
              <a:rPr lang="en-US" altLang="ja-JP" dirty="0"/>
            </a:br>
            <a:r>
              <a:rPr lang="en-US" altLang="ja-JP" dirty="0"/>
              <a:t>(Example: </a:t>
            </a:r>
            <a:r>
              <a:rPr lang="en-US" altLang="ja-JP" b="1" dirty="0"/>
              <a:t>PW1100G-B-73-21-66-00A-720A-D</a:t>
            </a:r>
            <a:r>
              <a:rPr lang="en-US" altLang="ja-JP" dirty="0"/>
              <a:t>)</a:t>
            </a:r>
            <a:endParaRPr lang="ja-JP" altLang="ja-JP" dirty="0"/>
          </a:p>
          <a:p>
            <a:endParaRPr kumimoji="1" lang="ja-JP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FA58735-9477-D41E-6F2F-44C5F0779C9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2648" y="3143250"/>
            <a:ext cx="984885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C116D9F-5C58-A368-5374-E6465AA87989}"/>
              </a:ext>
            </a:extLst>
          </p:cNvPr>
          <p:cNvSpPr txBox="1"/>
          <p:nvPr/>
        </p:nvSpPr>
        <p:spPr>
          <a:xfrm>
            <a:off x="779526" y="3854303"/>
            <a:ext cx="1088821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just">
              <a:tabLst>
                <a:tab pos="457200" algn="l"/>
              </a:tabLst>
            </a:pPr>
            <a:r>
              <a:rPr lang="en-US" altLang="ja-JP" sz="18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2. In the same row, find the value in column E.</a:t>
            </a:r>
            <a:br>
              <a:rPr lang="en-US" altLang="ja-JP" sz="18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</a:br>
            <a:r>
              <a:rPr lang="en-US" altLang="ja-JP" sz="18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(Example for the above DMC: </a:t>
            </a:r>
            <a:r>
              <a:rPr lang="en-US" altLang="ja-JP" sz="1800" b="1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PW1100G.ASY_Mech_1&amp;7.Task Card...</a:t>
            </a:r>
            <a:r>
              <a:rPr lang="en-US" altLang="ja-JP" sz="18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)</a:t>
            </a:r>
            <a:endParaRPr lang="ja-JP" altLang="ja-JP" sz="180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ＭＳ Ｐゴシック" panose="020B0600070205080204" pitchFamily="50" charset="-128"/>
            </a:endParaRPr>
          </a:p>
        </p:txBody>
      </p:sp>
      <p:pic>
        <p:nvPicPr>
          <p:cNvPr id="1027" name="Picture 3">
            <a:extLst>
              <a:ext uri="{FF2B5EF4-FFF2-40B4-BE49-F238E27FC236}">
                <a16:creationId xmlns:a16="http://schemas.microsoft.com/office/drawing/2014/main" id="{12510033-6CC3-FCC2-766E-9A856DBEFC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7410" y="5081135"/>
            <a:ext cx="9839325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35841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41B170E-A6B1-2C24-9F2C-03D8E0B25770}"/>
              </a:ext>
            </a:extLst>
          </p:cNvPr>
          <p:cNvSpPr txBox="1"/>
          <p:nvPr/>
        </p:nvSpPr>
        <p:spPr>
          <a:xfrm>
            <a:off x="493776" y="484632"/>
            <a:ext cx="1133856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dirty="0"/>
              <a:t>3. In the “Operation(A&amp;D)” sheet, search for this value from column E in column A.</a:t>
            </a:r>
            <a:br>
              <a:rPr lang="en-US" altLang="ja-JP" dirty="0"/>
            </a:br>
            <a:r>
              <a:rPr lang="en-US" altLang="ja-JP" dirty="0"/>
              <a:t>(Example: find </a:t>
            </a:r>
            <a:r>
              <a:rPr lang="en-US" altLang="ja-JP" b="1" dirty="0"/>
              <a:t>PW1100G.ASY_Mech_1&amp;7.Task Card...</a:t>
            </a:r>
            <a:r>
              <a:rPr lang="en-US" altLang="ja-JP" dirty="0"/>
              <a:t> in column A)</a:t>
            </a:r>
            <a:endParaRPr lang="ja-JP" altLang="ja-JP" dirty="0"/>
          </a:p>
          <a:p>
            <a:endParaRPr kumimoji="1" lang="ja-JP" altLang="en-US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F121E05F-1F37-E70D-8E9F-7D547EF618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283" y="1312355"/>
            <a:ext cx="6143625" cy="4848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45546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E8AC02B-566B-88C3-517C-0B872D943313}"/>
              </a:ext>
            </a:extLst>
          </p:cNvPr>
          <p:cNvSpPr txBox="1"/>
          <p:nvPr/>
        </p:nvSpPr>
        <p:spPr>
          <a:xfrm>
            <a:off x="137160" y="215443"/>
            <a:ext cx="117348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4. From the matching row in the “Operation(A&amp;D)” sheet, I would like to display the values in columns C and D as the “resources” in the extension.</a:t>
            </a:r>
            <a:endParaRPr lang="ja-JP" altLang="ja-JP" sz="1400" dirty="0"/>
          </a:p>
          <a:p>
            <a:endParaRPr kumimoji="1" lang="ja-JP" altLang="en-US" sz="1400" dirty="0"/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114C90B1-D689-5844-7C9E-EF8D0A9E81C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435" y="1303373"/>
            <a:ext cx="5387149" cy="42512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97E34FE-EA33-C0A8-236B-37C72F34B79C}"/>
              </a:ext>
            </a:extLst>
          </p:cNvPr>
          <p:cNvSpPr txBox="1"/>
          <p:nvPr/>
        </p:nvSpPr>
        <p:spPr>
          <a:xfrm>
            <a:off x="228600" y="5719227"/>
            <a:ext cx="117348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en-US" altLang="ja-JP" sz="12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Regarding the attached file, we would like the system to select a file in an arbitrary folder by default as with the previous case.</a:t>
            </a:r>
            <a:endParaRPr lang="ja-JP" altLang="ja-JP" sz="120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ＭＳ Ｐゴシック" panose="020B0600070205080204" pitchFamily="50" charset="-128"/>
            </a:endParaRPr>
          </a:p>
          <a:p>
            <a:pPr algn="just">
              <a:buNone/>
            </a:pPr>
            <a:r>
              <a:rPr lang="en-US" altLang="ja-JP" sz="12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 </a:t>
            </a:r>
            <a:endParaRPr lang="ja-JP" altLang="ja-JP" sz="120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ＭＳ Ｐゴシック" panose="020B0600070205080204" pitchFamily="50" charset="-128"/>
            </a:endParaRPr>
          </a:p>
          <a:p>
            <a:pPr algn="just">
              <a:buNone/>
            </a:pPr>
            <a:r>
              <a:rPr lang="en-US" altLang="ja-JP" sz="12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Please let me know if any questions.</a:t>
            </a:r>
            <a:endParaRPr lang="ja-JP" altLang="ja-JP" sz="120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ＭＳ Ｐゴシック" panose="020B0600070205080204" pitchFamily="50" charset="-128"/>
            </a:endParaRPr>
          </a:p>
          <a:p>
            <a:pPr algn="just">
              <a:buNone/>
            </a:pPr>
            <a:r>
              <a:rPr lang="en-US" altLang="ja-JP" sz="1200" dirty="0">
                <a:effectLst/>
                <a:latin typeface="Calibri" panose="020F0502020204030204" pitchFamily="34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Regards,</a:t>
            </a:r>
            <a:endParaRPr lang="ja-JP" altLang="ja-JP" sz="120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ＭＳ Ｐゴシック" panose="020B0600070205080204" pitchFamily="50" charset="-128"/>
            </a:endParaRPr>
          </a:p>
          <a:p>
            <a:pPr algn="just">
              <a:buNone/>
            </a:pPr>
            <a:r>
              <a:rPr lang="en-US" altLang="ja-JP" dirty="0">
                <a:effectLst/>
                <a:latin typeface="Cooper Black" panose="0208090404030B020404" pitchFamily="18" charset="0"/>
                <a:ea typeface="游ゴシック" panose="020B0400000000000000" pitchFamily="50" charset="-128"/>
                <a:cs typeface="ＭＳ Ｐゴシック" panose="020B0600070205080204" pitchFamily="50" charset="-128"/>
              </a:rPr>
              <a:t>Ryo Sato</a:t>
            </a:r>
            <a:endParaRPr lang="ja-JP" altLang="ja-JP" sz="1200" dirty="0">
              <a:effectLst/>
              <a:latin typeface="游ゴシック" panose="020B0400000000000000" pitchFamily="50" charset="-128"/>
              <a:ea typeface="游ゴシック" panose="020B0400000000000000" pitchFamily="50" charset="-128"/>
              <a:cs typeface="ＭＳ Ｐゴシック" panose="020B060007020508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7575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19F66E1-F5AF-2F21-1C0F-2173564692D8}"/>
              </a:ext>
            </a:extLst>
          </p:cNvPr>
          <p:cNvSpPr txBox="1"/>
          <p:nvPr/>
        </p:nvSpPr>
        <p:spPr>
          <a:xfrm>
            <a:off x="251460" y="657034"/>
            <a:ext cx="116890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ja-JP" sz="1400" dirty="0"/>
              <a:t>Hi Guru,</a:t>
            </a:r>
            <a:endParaRPr lang="ja-JP" altLang="ja-JP" sz="1400" dirty="0"/>
          </a:p>
          <a:p>
            <a:r>
              <a:rPr lang="en-US" altLang="ja-JP" sz="1400" dirty="0"/>
              <a:t> </a:t>
            </a:r>
            <a:endParaRPr lang="ja-JP" altLang="ja-JP" sz="1400" dirty="0"/>
          </a:p>
          <a:p>
            <a:r>
              <a:rPr lang="en-US" altLang="ja-JP" sz="1400" dirty="0"/>
              <a:t>This request is just a feasibility check with your team.</a:t>
            </a:r>
            <a:endParaRPr lang="ja-JP" altLang="ja-JP" sz="1400" dirty="0"/>
          </a:p>
          <a:p>
            <a:r>
              <a:rPr lang="en-US" altLang="ja-JP" sz="1400" dirty="0"/>
              <a:t>In the disassembly and assembly tasks, item numbers are assigned to each part, but there is no link to the EIPD (e.g., the item numbers labeled [800] and [802] in the figure below).</a:t>
            </a:r>
            <a:endParaRPr lang="ja-JP" altLang="ja-JP" sz="1400" dirty="0"/>
          </a:p>
          <a:p>
            <a:r>
              <a:rPr lang="en-US" altLang="ja-JP" sz="1400" dirty="0"/>
              <a:t>Therefore, if possible, I would like to create another extension that can display the PN and ATA code from the EIPD when a user selects an item number in the disassembly and assembly task.</a:t>
            </a:r>
            <a:endParaRPr lang="ja-JP" altLang="ja-JP" sz="1400" dirty="0"/>
          </a:p>
          <a:p>
            <a:r>
              <a:rPr lang="en-US" altLang="ja-JP" sz="1400" dirty="0"/>
              <a:t>Could you check the feasibility of such a extension with your team?</a:t>
            </a:r>
            <a:endParaRPr lang="ja-JP" altLang="ja-JP" sz="1400" dirty="0"/>
          </a:p>
          <a:p>
            <a:endParaRPr kumimoji="1" lang="ja-JP" altLang="en-US" sz="1400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C174604-D700-FA77-412F-038EF19EE2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304" y="2505266"/>
            <a:ext cx="8848725" cy="3695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D7EBE4-1479-F1B7-209E-2AC3543F201A}"/>
              </a:ext>
            </a:extLst>
          </p:cNvPr>
          <p:cNvSpPr txBox="1"/>
          <p:nvPr/>
        </p:nvSpPr>
        <p:spPr>
          <a:xfrm>
            <a:off x="3952875" y="85725"/>
            <a:ext cx="31718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000" b="1" dirty="0"/>
              <a:t>Mail -2</a:t>
            </a:r>
            <a:endParaRPr kumimoji="1" lang="ja-JP" altLang="en-US" sz="2000" b="1" dirty="0"/>
          </a:p>
        </p:txBody>
      </p:sp>
    </p:spTree>
    <p:extLst>
      <p:ext uri="{BB962C8B-B14F-4D97-AF65-F5344CB8AC3E}">
        <p14:creationId xmlns:p14="http://schemas.microsoft.com/office/powerpoint/2010/main" val="39560554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10" baseType="lpstr">
      <vt:lpstr>游ゴシック</vt:lpstr>
      <vt:lpstr>游ゴシック Light</vt:lpstr>
      <vt:lpstr>Arial</vt:lpstr>
      <vt:lpstr>Calibri</vt:lpstr>
      <vt:lpstr>Cooper Black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IHI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Guraka Mahendra</dc:creator>
  <cp:lastModifiedBy>Guraka Mahendra</cp:lastModifiedBy>
  <cp:revision>2</cp:revision>
  <dcterms:created xsi:type="dcterms:W3CDTF">2026-04-24T09:42:13Z</dcterms:created>
  <dcterms:modified xsi:type="dcterms:W3CDTF">2026-04-24T09:46:57Z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a97a89a-9189-4899-b564-97c97b2c6c1e_Enabled">
    <vt:lpwstr>true</vt:lpwstr>
  </property>
  <property fmtid="{D5CDD505-2E9C-101B-9397-08002B2CF9AE}" pid="3" name="MSIP_Label_6a97a89a-9189-4899-b564-97c97b2c6c1e_SetDate">
    <vt:lpwstr>2026-04-24T09:44:59Z</vt:lpwstr>
  </property>
  <property fmtid="{D5CDD505-2E9C-101B-9397-08002B2CF9AE}" pid="4" name="MSIP_Label_6a97a89a-9189-4899-b564-97c97b2c6c1e_Method">
    <vt:lpwstr>Privileged</vt:lpwstr>
  </property>
  <property fmtid="{D5CDD505-2E9C-101B-9397-08002B2CF9AE}" pid="5" name="MSIP_Label_6a97a89a-9189-4899-b564-97c97b2c6c1e_Name">
    <vt:lpwstr>Unlabeled</vt:lpwstr>
  </property>
  <property fmtid="{D5CDD505-2E9C-101B-9397-08002B2CF9AE}" pid="6" name="MSIP_Label_6a97a89a-9189-4899-b564-97c97b2c6c1e_SiteId">
    <vt:lpwstr>e03e4558-630c-41ca-9c31-cf261fd0ccad</vt:lpwstr>
  </property>
  <property fmtid="{D5CDD505-2E9C-101B-9397-08002B2CF9AE}" pid="7" name="MSIP_Label_6a97a89a-9189-4899-b564-97c97b2c6c1e_ActionId">
    <vt:lpwstr>c1e95dd4-0259-4bb4-b484-5dd1132c30fa</vt:lpwstr>
  </property>
  <property fmtid="{D5CDD505-2E9C-101B-9397-08002B2CF9AE}" pid="8" name="MSIP_Label_6a97a89a-9189-4899-b564-97c97b2c6c1e_ContentBits">
    <vt:lpwstr>0</vt:lpwstr>
  </property>
  <property fmtid="{D5CDD505-2E9C-101B-9397-08002B2CF9AE}" pid="9" name="MSIP_Label_6a97a89a-9189-4899-b564-97c97b2c6c1e_Tag">
    <vt:lpwstr>10, 0, 1, 1</vt:lpwstr>
  </property>
</Properties>
</file>